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Defeitos eliminados (linhas)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B7F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0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Duplicatas</c:v>
                  </c:pt>
                  <c:pt idx="1">
                    <c:v>unit_price ≤ 0</c:v>
                  </c:pt>
                  <c:pt idx="2">
                    <c:v>Canal fora do domínio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D97A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20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Duplicatas</c:v>
                  </c:pt>
                  <c:pt idx="1">
                    <c:v>unit_price ≤ 0</c:v>
                  </c:pt>
                  <c:pt idx="2">
                    <c:v>Canal fora do domínio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51</c:v>
                </c:pt>
                <c:pt idx="2">
                  <c:v>1442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20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0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 prático do Módulo 7. A tese: em engenharia de dados, o valor não está na capacidade do LLM gerar SQL — está nas cercas que tornam essa geração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assimetria entre os dois eventos é o núcleo conceitual do exercício.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Problemas injetados deliberadamente no dataset didático, todos com contraparte no mundo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staging é uma view, não uma tabela: garante que toda reexecução parta do dado bruto.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raciocínio não fica preso num bloco de texto: vira cinco artefatos versionáveis e auditáveis.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central da apresentação. O discriminante é a diferença entre linhas e pedidos distintos no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tem uma contrapartida explícita — não é preferência estética.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LLM capaz de escrever SQL é também capaz de escrever DROP TABLE. O valor de engenharia está nas cercas.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Oito falhas, um único padrão. A correção é sempre um verificador determinístico entre a saída do modelo e o efeito no mundo.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Lição transferível para ambientes regulados: saúde, farmacêutico, financeiro.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B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LLM’s — ENGENHARIAS AVANÇADAS  ·  MÓDULO 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Data Quality Workflow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time multiagente como SRE de dados: distinguindo sazonalidade de negócio de bug de dados.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CrewAI · DuckDB · OpenAI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Costa   ·  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eventos. Uma pergunta.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2025, tabela de vendas diárias de um varejo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1284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B7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−30,7%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da média móvel de 7 dias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758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negócio?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21284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+59,6%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da média móvel de 7 dias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6758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bug?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" y="4617720"/>
            <a:ext cx="10835640" cy="1417320"/>
          </a:xfrm>
          <a:prstGeom prst="roundRect">
            <a:avLst>
              <a:gd name="adj" fmla="val 580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006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armadilha: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afobado “corrige” os dois — e apaga um fato real do negócio.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casos exige evidência quantitativa, não intuição do modelo.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havia de errado na base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5.117 linhas · maio a julho de 2025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47088"/>
            <a:ext cx="50292" cy="384048"/>
          </a:xfrm>
          <a:prstGeom prst="rect">
            <a:avLst/>
          </a:prstGeom>
          <a:solidFill>
            <a:srgbClr val="D97A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73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140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pedidos duplicados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ingestion em 15/07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7276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47088"/>
            <a:ext cx="50292" cy="384048"/>
          </a:xfrm>
          <a:prstGeom prst="rect">
            <a:avLst/>
          </a:prstGeom>
          <a:solidFill>
            <a:srgbClr val="D97A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773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140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com unit_price ≤ 0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inválido ou zerado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157276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47088"/>
            <a:ext cx="502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1773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140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sem customer_id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44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ausente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72160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95928"/>
            <a:ext cx="50292" cy="384048"/>
          </a:xfrm>
          <a:prstGeom prst="rect">
            <a:avLst/>
          </a:prstGeom>
          <a:solidFill>
            <a:srgbClr val="D97A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3922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1.442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562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com canal fora do domínio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093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grafias para 3 canais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2160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995928"/>
            <a:ext cx="502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00600" y="3922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562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data no mesmo campo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093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na staging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01000" y="3721608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3995928"/>
            <a:ext cx="5029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3922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P99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5628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 preço acima de 10×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93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 longa de unit_price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Medalhão em DuckDB — sandbox local, sem dependência externa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20240"/>
            <a:ext cx="45720" cy="310896"/>
          </a:xfrm>
          <a:prstGeom prst="rect">
            <a:avLst/>
          </a:prstGeom>
          <a:solidFill>
            <a:srgbClr val="9BA7B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8745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de origem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88336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35224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1256" y="1920240"/>
            <a:ext cx="4572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46704" y="18745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raw.sales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191256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fiel, sem transformação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276088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920240"/>
            <a:ext cx="45720" cy="3108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87568" y="18745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stg.sales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parse de datas, tipos, canal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70064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16952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1920240"/>
            <a:ext cx="45720" cy="310896"/>
          </a:xfrm>
          <a:prstGeom prst="rect">
            <a:avLst/>
          </a:prstGeom>
          <a:solidFill>
            <a:srgbClr val="D97A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8432" y="18745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872984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em transação revertida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957816" y="169164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3848" y="1920240"/>
            <a:ext cx="45720" cy="310896"/>
          </a:xfrm>
          <a:prstGeom prst="rect">
            <a:avLst/>
          </a:prstGeom>
          <a:solidFill>
            <a:srgbClr val="1B7F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69296" y="187452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gold.sales_clean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0213848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após aprovação humana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3611880"/>
            <a:ext cx="10835640" cy="2331720"/>
          </a:xfrm>
          <a:prstGeom prst="roundRect">
            <a:avLst>
              <a:gd name="adj" fmla="val 352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3922776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61872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3840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SQL controladas — o LLM age só via SQL aprovado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0120" y="4434840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261872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063240" y="43525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5 agentes em processo sequencial, com handoffs rastreáveis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60120" y="494690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261872" y="4864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063240" y="48646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local: funções de janela, quantile_cont, zero infraestrutura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60120" y="545896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261872" y="5376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063240" y="537667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para coordenação e revisão; gpt-4o-mini para análise e geração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agentes, cinco entregáveis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 evita o antipadrão “um LLM faz tudo”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92224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84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sintomas, prioriza e delega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340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série diária · canais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752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“é sazonalidade ou bug?” com evidência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7523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analysis_findings.json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456432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675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753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DataEngineer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867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dry-run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36941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SQL de correção seguro e idempotente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694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patch.sql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398264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617720"/>
            <a:ext cx="384048" cy="384048"/>
          </a:xfrm>
          <a:prstGeom prst="ellipse">
            <a:avLst/>
          </a:prstGeom>
          <a:solidFill>
            <a:srgbClr val="D97A2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5171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809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dry-run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4636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o dry-run e mede o impacto real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4636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validation_report.json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5340096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559552"/>
            <a:ext cx="384048" cy="384048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5458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57515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5577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o parecer de causa raiz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64108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RCA_report.md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discriminante: linhas excedentes por dia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Analyst consulta a evidência — não estima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708660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463040"/>
            <a:ext cx="3429000" cy="1444752"/>
          </a:xfrm>
          <a:prstGeom prst="roundRect">
            <a:avLst>
              <a:gd name="adj" fmla="val 569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572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554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7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linhas · 39 pedidos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duplicatas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505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feriado estadual em SP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3090672"/>
            <a:ext cx="3429000" cy="1444752"/>
          </a:xfrm>
          <a:prstGeom prst="roundRect">
            <a:avLst>
              <a:gd name="adj" fmla="val 569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15/07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0" y="3182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D97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linhas · 57 pedidos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duplicatas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ingestion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4846320"/>
            <a:ext cx="10835640" cy="1143000"/>
          </a:xfrm>
          <a:prstGeom prst="roundRect">
            <a:avLst>
              <a:gd name="adj" fmla="val 72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" y="50292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vendas, dados íntegros → é o negócio.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linhas, mesmos pedidos → é defeito de pipeline.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54406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assimétrica: 15/07 deve ser deduplicado; 09/07 não deve ser tocado.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drift: 11 grafias, 3 canais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da base fora do domínio válido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7589520" cy="3163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463040"/>
            <a:ext cx="2926080" cy="3163824"/>
          </a:xfrm>
          <a:prstGeom prst="roundRect">
            <a:avLst>
              <a:gd name="adj" fmla="val 281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664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Sobram após a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inicial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A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market_place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706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 linhas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090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A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439 linhas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749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A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on_line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 linhas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Exigem CASE WHEN explícito no patch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489204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mapeamento, toda agregação por canal reporta seis segmentos onde existem três — e a participação de cada canal fica sistematicamente subestimada.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decisões de design no patch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responde a um jeito específico de errar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922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determinístico no ROW_NUMBER()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139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qual duplicata sobrevive muda entre execuções — e o patch deixa de ser reprodutível.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536192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17922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Winsorizar em [P01, P99], não remover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1396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reduziria a massa e distorceria o volume; limitar preserva a linha e contém o outlier.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3649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ausente permanece NULL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712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Imputar cria dado falso com aparência de verdadeiro — pior resultado possível para LTV.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3649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desconhecido vira NULL, não bucket-padrão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71246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Forçar para “online” mascara o surgimento de um canal novo. O nulo obriga a investigar.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681728"/>
            <a:ext cx="10835640" cy="13716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" y="4937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6968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435608" y="4882896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 auditoria na própria tabela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435608" y="5285232"/>
            <a:ext cx="964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was_winsorized e was_relabeled permitem medir o efeito sem reprocessar: 149 e 1.434 linhas.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camadas de contenção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 de uma camada não compromete o conjunto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10835640" cy="1024128"/>
          </a:xfrm>
          <a:prstGeom prst="roundRect">
            <a:avLst>
              <a:gd name="adj" fmla="val 7143"/>
            </a:avLst>
          </a:prstGeom>
          <a:solidFill>
            <a:srgbClr val="2E3A7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47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estáticos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30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Bloqueiam DROP, ALTER, UPDATE e DELETE em raw/stg; exigem CREATE OR REPLACE e ROW_NUMBER; detectam colunas inexistentes.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798064"/>
            <a:ext cx="10835640" cy="1024128"/>
          </a:xfrm>
          <a:prstGeom prst="roundRect">
            <a:avLst>
              <a:gd name="adj" fmla="val 7143"/>
            </a:avLst>
          </a:prstGeom>
          <a:solidFill>
            <a:srgbClr val="2E3A72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1810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reversível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30098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patch roda contra tabela temporária em transação encerrada com ROLLBACK. O banco real nunca é tocado — mas as métricas são medidas de verdade.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968496"/>
            <a:ext cx="10835640" cy="1024128"/>
          </a:xfrm>
          <a:prstGeom prst="roundRect">
            <a:avLst>
              <a:gd name="adj" fmla="val 7143"/>
            </a:avLst>
          </a:prstGeom>
          <a:solidFill>
            <a:srgbClr val="2E3A7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88536"/>
            <a:ext cx="384048" cy="384048"/>
          </a:xfrm>
          <a:prstGeom prst="ellipse">
            <a:avLst/>
          </a:prstGeom>
          <a:solidFill>
            <a:srgbClr val="D97A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de aceite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47141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zeradas · P99 não aumenta · canal no domínio · customer_id não inventado · perda de linhas ≤ 20%.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5138928"/>
            <a:ext cx="10835640" cy="1024128"/>
          </a:xfrm>
          <a:prstGeom prst="roundRect">
            <a:avLst>
              <a:gd name="adj" fmla="val 7143"/>
            </a:avLst>
          </a:prstGeom>
          <a:solidFill>
            <a:srgbClr val="2E3A72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458968"/>
            <a:ext cx="384048" cy="384048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humana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56418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REQUIRE_HUMAN_APPROVAL=True. A materialização em gold exige comando explícito — o controle humano fica onde a ação se torna irreversível.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medido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(stg.sales) × AFTER (gold.sales_clean), aprovação concedida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536192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36192"/>
            <a:ext cx="3840480" cy="969264"/>
          </a:xfrm>
          <a:prstGeom prst="roundRect">
            <a:avLst>
              <a:gd name="adj" fmla="val 849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645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7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5.117 → 5.091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020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231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−0,51% — exatamente as 26 duplicatas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2651760"/>
            <a:ext cx="3840480" cy="969264"/>
          </a:xfrm>
          <a:prstGeom prst="roundRect">
            <a:avLst>
              <a:gd name="adj" fmla="val 849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27614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→ 88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ausente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preservado, jamais inventado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3767328"/>
            <a:ext cx="3840480" cy="969264"/>
          </a:xfrm>
          <a:prstGeom prst="roundRect">
            <a:avLst>
              <a:gd name="adj" fmla="val 849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38770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de canal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462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finalmente fechado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" y="4956048"/>
            <a:ext cx="10835640" cy="1005840"/>
          </a:xfrm>
          <a:prstGeom prst="roundRect">
            <a:avLst>
              <a:gd name="adj" fmla="val 818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1937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importa é o que NÃO mudou: </a:t>
            </a:r>
            <a:pPr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vendas de 09/07 seguem intactas e os 88 registros sem cliente continuam nulos. Corrigiu defeito sem apagar fato.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parte mais instrutiva: o que deu errado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execução concluiu sem erro — e produziu cinco artefatos inutilizáveis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observada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implementada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 SQL gravados dentro de cercas ```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9476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9659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Sanitização como callback de cada Task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5877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created_at e channel, inexistentes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694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5877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esquema no prompt + detector nos guardrails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90672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2095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Percentis inventados: 10 e 1000 (reais: 33,87 e 229,28)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319125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095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medido injetado e consultável como ferramenta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712464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831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em tabela inexistente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8130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8313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exige CREATE OR REPLACE e ROW_NUMBER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334256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4531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prosa, sem número algum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44348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45312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de dry-run entregue e obrigatória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4956048"/>
            <a:ext cx="1083564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50749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RCA: “correções implementadas com sucesso” — nada aplicado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5056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0749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honestidade + RCA determinístico de contra-prova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6875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comum: o modelo produziu texto plausível na ausência de verificação. Nenhuma dessas falhas se resolve com um prompt melhor.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68680" y="227685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98448" y="2148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viabilidade de agentes autônomos em dados depende menos da capacidade do modelo e mais da qualidade das cercas construídas ao redor dele.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68680" y="3419856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98448" y="3291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LLM que inventou percentis e declarou concluída uma correção jamais aplicada produz resultado confiável quando cada saída passa por um verificador determinístico.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4562856"/>
            <a:ext cx="164592" cy="164592"/>
          </a:xfrm>
          <a:prstGeom prst="ellipse">
            <a:avLst/>
          </a:prstGeom>
          <a:solidFill>
            <a:srgbClr val="D97A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8448" y="44348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entre sazonalidade e bug só se tornou confiável quando deixou de ser inferência do modelo e passou a ser consulta a evidência quantitativa.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2E3A7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56875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agente decide o que fazer — mas verificar se o que ele fez está correto não pode ser delegado ao próprio agente.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2026-09-10T19:48:54Z</dcterms:created>
  <dcterms:modified xsi:type="dcterms:W3CDTF">2026-09-10T19:48:54Z</dcterms:modified>
</cp:coreProperties>
</file>